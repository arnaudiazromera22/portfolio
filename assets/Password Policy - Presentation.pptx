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6217920" y="274320"/>
            <a:ext cx="2743200" cy="2743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Policy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31520" y="2651760"/>
            <a:ext cx="2286000" cy="2743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Ortiz Navarro  |  Arnau Diaz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291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English — CFGS ASIX/DAM  |  March 2026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548640" y="320040"/>
            <a:ext cx="109728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in this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097280"/>
            <a:ext cx="54864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1430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2801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03120" y="11704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Strong Passwords Matter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10312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Threats, risks, and consequences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2057400"/>
            <a:ext cx="768096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1520" y="2057400"/>
            <a:ext cx="54864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21031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24028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103120" y="21305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Principles of Password Security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10312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complexity, uniqueness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31520" y="3017520"/>
            <a:ext cx="54864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7"/>
          <p:cNvSpPr/>
          <p:nvPr/>
        </p:nvSpPr>
        <p:spPr>
          <a:xfrm>
            <a:off x="1005840" y="30632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20040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103120" y="30906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Password Policy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210312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storage, schedules, incident reporting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31520" y="3977640"/>
            <a:ext cx="768096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31520" y="3977640"/>
            <a:ext cx="54864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2"/>
          <p:cNvSpPr/>
          <p:nvPr/>
        </p:nvSpPr>
        <p:spPr>
          <a:xfrm>
            <a:off x="1005840" y="40233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416052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103120" y="40507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Roll-Out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210312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enforcement, ongoing maintenance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548640" y="320040"/>
            <a:ext cx="109728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Strong Passwords Matter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365760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2801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097280" y="2468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hacking-related breaches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 stolen or weak credentials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Verizon DBIR 2024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8872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94960" y="1115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Theft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9496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the #1 target for attackers worldwide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574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984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39496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data breach cost: $4.88M (IBM Security, 2024)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9260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94960" y="2852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Risk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39496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fines for poor access control can reach millions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passwords are the foundation of authentication and access control in any organisation.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548640" y="320040"/>
            <a:ext cx="109728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Password Attacks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attackers try to break authentication systems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365760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258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05840" y="1828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every possible combination. Short passwords fall in seconds.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051560"/>
            <a:ext cx="365760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051560"/>
            <a:ext cx="3657600" cy="36576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2588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029200" y="1828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emails/sites trick users into giving up credentials. A social engineering technique.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31520" y="2834640"/>
            <a:ext cx="365760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1520" y="2834640"/>
            <a:ext cx="3657600" cy="3657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0896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005840" y="3611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leaked passwords from other breaches. Password reuse makes this deadly.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2834640"/>
            <a:ext cx="365760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2834640"/>
            <a:ext cx="3657600" cy="3657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10896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2356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Keyloggers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5029200" y="3611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records keystrokes to capture passwords as they are typed.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548640" y="320040"/>
            <a:ext cx="109728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Principles of Password Security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920240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325880"/>
            <a:ext cx="731520" cy="731520"/>
          </a:xfrm>
          <a:prstGeom prst="oval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4630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97280" y="2697480"/>
            <a:ext cx="64008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14 characters.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= exponentially harder to crack.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60320" y="1051560"/>
            <a:ext cx="1920240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325880"/>
            <a:ext cx="731520" cy="731520"/>
          </a:xfrm>
          <a:prstGeom prst="oval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4630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5176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3200400" y="2697480"/>
            <a:ext cx="640080" cy="1828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3"/>
          <p:cNvSpPr/>
          <p:nvPr/>
        </p:nvSpPr>
        <p:spPr>
          <a:xfrm>
            <a:off x="265176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uppercase, lowercase,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and symbols.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663440" y="1051560"/>
            <a:ext cx="1920240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257800" y="1325880"/>
            <a:ext cx="731520" cy="731520"/>
          </a:xfrm>
          <a:prstGeom prst="oval">
            <a:avLst/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46304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5488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303520" y="2697480"/>
            <a:ext cx="640080" cy="18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18"/>
          <p:cNvSpPr/>
          <p:nvPr/>
        </p:nvSpPr>
        <p:spPr>
          <a:xfrm>
            <a:off x="475488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password per account.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766560" y="1051560"/>
            <a:ext cx="1920240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360920" y="1325880"/>
            <a:ext cx="731520" cy="731520"/>
          </a:xfrm>
          <a:prstGeom prst="oval">
            <a:avLst/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46304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5800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Info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7406640" y="2697480"/>
            <a:ext cx="64008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3"/>
          <p:cNvSpPr/>
          <p:nvPr/>
        </p:nvSpPr>
        <p:spPr>
          <a:xfrm>
            <a:off x="685800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names, birthdates,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phone numbers.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731520" y="425196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5"/>
          <p:cNvSpPr/>
          <p:nvPr/>
        </p:nvSpPr>
        <p:spPr>
          <a:xfrm>
            <a:off x="731520" y="42519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passphrase:  </a:t>
            </a:r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Rocket$Lake92!Thunder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strong AND memorable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548640" y="320040"/>
            <a:ext cx="109728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Policy: Creation Requirements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every employee must follow when creating passwords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051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1508760"/>
            <a:ext cx="76809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Length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characters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057400"/>
            <a:ext cx="7680960" cy="5486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057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Types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3 of 4: uppercase, lowercase, numbers, symbols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606040"/>
            <a:ext cx="76809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606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2606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names, birthdates, or identifiable information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154680"/>
            <a:ext cx="7680960" cy="5486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154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Common Patterns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154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dictionary words alone, keyboard patterns, or sequences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3703320"/>
            <a:ext cx="76809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03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Reuse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3703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match any of the last 10 passwords used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548640" y="320040"/>
            <a:ext cx="109728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 &amp; Two-Factor Authentication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365760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344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Employees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173736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company password manager (Bitwarden)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vault with a master password + 2FA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write passwords on paper or plain text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credentials via email or chat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365760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344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 Administrators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0" y="173736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passwords with bcrypt or Argon2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data encryption to credential databases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access to authorised personnel only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logs via IDS and IPS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4434840"/>
            <a:ext cx="54864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2"/>
          <p:cNvSpPr/>
          <p:nvPr/>
        </p:nvSpPr>
        <p:spPr>
          <a:xfrm>
            <a:off x="1005840" y="4434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authentication (2FA) is mandatory on all company accounts — authenticator app or hardware key.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548640" y="320040"/>
            <a:ext cx="109728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Change Schedule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security with usability — following NIST guidelines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768096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051560"/>
            <a:ext cx="54864" cy="64008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17043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1051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accounts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754880" y="1051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every 12 months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1801368"/>
            <a:ext cx="768096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Shape 10"/>
          <p:cNvSpPr/>
          <p:nvPr/>
        </p:nvSpPr>
        <p:spPr>
          <a:xfrm>
            <a:off x="731520" y="1801368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2024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18013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privileged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754880" y="180136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every 6 months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31520" y="2551176"/>
            <a:ext cx="768096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4"/>
          <p:cNvSpPr/>
          <p:nvPr/>
        </p:nvSpPr>
        <p:spPr>
          <a:xfrm>
            <a:off x="731520" y="2551176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67004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255117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incident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754880" y="255117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password reset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31520" y="3300984"/>
            <a:ext cx="768096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18"/>
          <p:cNvSpPr/>
          <p:nvPr/>
        </p:nvSpPr>
        <p:spPr>
          <a:xfrm>
            <a:off x="731520" y="3300984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419856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330098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employee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754880" y="330098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 first login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731520" y="4050792"/>
            <a:ext cx="768096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Shape 22"/>
          <p:cNvSpPr/>
          <p:nvPr/>
        </p:nvSpPr>
        <p:spPr>
          <a:xfrm>
            <a:off x="731520" y="4050792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169664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554480" y="40507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departure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4754880" y="40507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accounts within 24h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no longer recommends frequent forced changes — they lead to weaker passwords (users just add "1", "2", "3").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548640" y="320040"/>
            <a:ext cx="109728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Compromised Passwords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if you suspect your credentials have been exposed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96596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15568" y="1371600"/>
            <a:ext cx="640080" cy="640080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514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IT Security via the ticketing system or hotline immediately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1188720"/>
            <a:ext cx="196596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1371600"/>
            <a:ext cx="640080" cy="640080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3264408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97480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0" y="2514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the password on the affected account right away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196596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13248" y="1371600"/>
            <a:ext cx="640080" cy="640080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5413248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846320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Investigate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2514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security team handle it — they have the proper tools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1188720"/>
            <a:ext cx="196596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62088" y="1371600"/>
            <a:ext cx="640080" cy="640080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7562088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995160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40880" y="2514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what happened: when, what you were doing, any suspicious links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23160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720840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402336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4023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employee will be penalised for reporting a potential compromise. Quick reporting is more valuable than any technical measure.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548640" y="320040"/>
            <a:ext cx="109728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out the password policy across the organisation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2423160"/>
            <a:ext cx="6400800" cy="2743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8" name="Shape 6"/>
          <p:cNvSpPr/>
          <p:nvPr/>
        </p:nvSpPr>
        <p:spPr>
          <a:xfrm>
            <a:off x="1691640" y="2240280"/>
            <a:ext cx="365760" cy="365760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4630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78892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management approval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Bitwarden Enterprise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training materials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system enforcement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2240280"/>
            <a:ext cx="365760" cy="36576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14630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03320" y="278892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announcement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training sessions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setup assistance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Quick-reference cards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95160" y="2240280"/>
            <a:ext cx="365760" cy="36576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4630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5+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278892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system-level rules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resets for non-compliant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compliance rates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security newsletter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548640" y="320040"/>
            <a:ext cx="109728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Maintenance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not a one-time setup — it requires continuous attention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768096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051560"/>
            <a:ext cx="54864" cy="64008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18872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10515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review &amp; update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0" y="1051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12 months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1801368"/>
            <a:ext cx="768096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Shape 10"/>
          <p:cNvSpPr/>
          <p:nvPr/>
        </p:nvSpPr>
        <p:spPr>
          <a:xfrm>
            <a:off x="731520" y="1801368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38528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180136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simulation exercises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669280" y="180136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31520" y="2551176"/>
            <a:ext cx="768096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4"/>
          <p:cNvSpPr/>
          <p:nvPr/>
        </p:nvSpPr>
        <p:spPr>
          <a:xfrm>
            <a:off x="731520" y="2551176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688336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255117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audit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669280" y="255117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6 months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31520" y="3300984"/>
            <a:ext cx="768096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18"/>
          <p:cNvSpPr/>
          <p:nvPr/>
        </p:nvSpPr>
        <p:spPr>
          <a:xfrm>
            <a:off x="731520" y="3300984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438144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330098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training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669280" y="330098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731520" y="4050792"/>
            <a:ext cx="768096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Shape 22"/>
          <p:cNvSpPr/>
          <p:nvPr/>
        </p:nvSpPr>
        <p:spPr>
          <a:xfrm>
            <a:off x="731520" y="4050792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187952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554480" y="40507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/ IPS log review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5669280" y="405079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+ monthly manual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548640" y="320040"/>
            <a:ext cx="109728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768096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097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00584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passphrases beat short complex passwords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1737360"/>
            <a:ext cx="768096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173736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manager removes the memorisation burden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31520" y="2468880"/>
            <a:ext cx="768096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5603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24688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authentication is the safety net when passwords fail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31520" y="3200400"/>
            <a:ext cx="768096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2918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320040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incident reporting is more valuable than any technical measure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731520" y="3931920"/>
            <a:ext cx="768096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02336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554480" y="39319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an ongoing process, not a one-time setup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strongest intrusion prevention system won't help if someone's password is Welcome123."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548640" y="320040"/>
            <a:ext cx="109728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 rot="2700000">
            <a:off x="731520" y="1051560"/>
            <a:ext cx="73152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800-63B — Digital Identity Guidelines (2024)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rot="2700000">
            <a:off x="731520" y="1554480"/>
            <a:ext cx="73152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Password Policy Guide — Center for Internet Security (2025)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rot="2700000">
            <a:off x="731520" y="2057400"/>
            <a:ext cx="73152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— Network Security Best Practices (2025)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rot="2700000">
            <a:off x="731520" y="2560320"/>
            <a:ext cx="73152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Security — Cost of a Data Breach Report (2024)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rot="2700000">
            <a:off x="731520" y="3063240"/>
            <a:ext cx="73152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Verizon — Data Breach Investigations Report (2024)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rot="2700000">
            <a:off x="731520" y="3566160"/>
            <a:ext cx="73152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Bitwarden — Enterprise Password Management (2026)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Ortiz Navarro  &amp;  Arnau Diaz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 Policy: Design and Implementation</dc:title>
  <dc:subject>PptxGenJS Presentation</dc:subject>
  <dc:creator>Rafael Ortiz Navarro, Arnau Diaz</dc:creator>
  <cp:lastModifiedBy>Rafael Ortiz Navarro, Arnau Diaz</cp:lastModifiedBy>
  <cp:revision>1</cp:revision>
  <dcterms:created xsi:type="dcterms:W3CDTF">2026-03-21T22:39:17Z</dcterms:created>
  <dcterms:modified xsi:type="dcterms:W3CDTF">2026-03-21T22:39:17Z</dcterms:modified>
</cp:coreProperties>
</file>